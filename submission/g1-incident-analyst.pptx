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Robotic Simulation Incident Analysis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failed robot run gets a root cause, a fix, and a ticket. Then it re-runs to prove the fix held. One command, 13 seconds.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29260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89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 → 100%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0" y="60350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ascent success, before → after fix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0" y="85953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89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s · $0.0003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0" y="117043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diagnosis, Gemma 4 31B via Respan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1874520" cy="1554480"/>
          </a:xfrm>
          <a:prstGeom prst="rect">
            <a:avLst/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00200"/>
            <a:ext cx="64008" cy="1554480"/>
          </a:xfrm>
          <a:prstGeom prst="rect">
            <a:avLst/>
          </a:prstGeom>
          <a:solidFill>
            <a:srgbClr val="6E9CF0"/>
          </a:solidFill>
          <a:ln w="12700">
            <a:solidFill>
              <a:srgbClr val="6E9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64792"/>
            <a:ext cx="310896" cy="310896"/>
          </a:xfrm>
          <a:prstGeom prst="ellipse">
            <a:avLst/>
          </a:prstGeom>
          <a:solidFill>
            <a:srgbClr val="6E9CF0"/>
          </a:solidFill>
          <a:ln w="12700">
            <a:solidFill>
              <a:srgbClr val="6E9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42416" y="17556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 fails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5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climbs the fixed line with balance assist at 0.5. Pelvis height decays from 0.63 m, fall at step 126. Every step logged.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13432" y="21945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FB0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514600" y="1600200"/>
            <a:ext cx="1874520" cy="1554480"/>
          </a:xfrm>
          <a:prstGeom prst="rect">
            <a:avLst/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1600200"/>
            <a:ext cx="64008" cy="1554480"/>
          </a:xfrm>
          <a:prstGeom prst="rect">
            <a:avLst/>
          </a:prstGeom>
          <a:solidFill>
            <a:srgbClr val="3FB3B0"/>
          </a:solidFill>
          <a:ln w="12700">
            <a:solidFill>
              <a:srgbClr val="3FB3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15768" y="1764792"/>
            <a:ext cx="310896" cy="310896"/>
          </a:xfrm>
          <a:prstGeom prst="ellipse">
            <a:avLst/>
          </a:prstGeom>
          <a:solidFill>
            <a:srgbClr val="3FB3B0"/>
          </a:solidFill>
          <a:ln w="12700">
            <a:solidFill>
              <a:srgbClr val="3FB3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15768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99816" y="17556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Diagnose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15768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5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and tunables go to Gemma 4 31B through the Respan gateway. Back comes root cause, evidence, and a fix as JSON.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70832" y="21945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FB0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72000" y="1600200"/>
            <a:ext cx="1874520" cy="1554480"/>
          </a:xfrm>
          <a:prstGeom prst="rect">
            <a:avLst/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0" y="1600200"/>
            <a:ext cx="64008" cy="1554480"/>
          </a:xfrm>
          <a:prstGeom prst="rect">
            <a:avLst/>
          </a:prstGeom>
          <a:solidFill>
            <a:srgbClr val="E89A4A"/>
          </a:solidFill>
          <a:ln w="12700">
            <a:solidFill>
              <a:srgbClr val="E89A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73168" y="1764792"/>
            <a:ext cx="310896" cy="310896"/>
          </a:xfrm>
          <a:prstGeom prst="ellipse">
            <a:avLst/>
          </a:prstGeom>
          <a:solidFill>
            <a:srgbClr val="E89A4A"/>
          </a:solidFill>
          <a:ln w="12700">
            <a:solidFill>
              <a:srgbClr val="E89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73168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57216" y="17556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 and re-run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5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 0.5 → 1.0 on the live environment, same seed. Robot reaches 1.53 m. Success, not a guess.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28232" y="21945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FB0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629400" y="1600200"/>
            <a:ext cx="1874520" cy="1554480"/>
          </a:xfrm>
          <a:prstGeom prst="rect">
            <a:avLst/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29400" y="1600200"/>
            <a:ext cx="64008" cy="1554480"/>
          </a:xfrm>
          <a:prstGeom prst="rect">
            <a:avLst/>
          </a:prstGeom>
          <a:solidFill>
            <a:srgbClr val="9A8CF0"/>
          </a:solidFill>
          <a:ln w="12700">
            <a:solidFill>
              <a:srgbClr val="9A8C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30568" y="1764792"/>
            <a:ext cx="310896" cy="310896"/>
          </a:xfrm>
          <a:prstGeom prst="ellipse">
            <a:avLst/>
          </a:prstGeom>
          <a:solidFill>
            <a:srgbClr val="9A8CF0"/>
          </a:solidFill>
          <a:ln w="12700">
            <a:solidFill>
              <a:srgbClr val="9A8C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30568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214616" y="17556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 the issue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30568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5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on a Lambda GPU confirms the diagnosis, then Nango files the GitHub issue with evidence and the verdict.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3429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SPONSOR IS USED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3749040"/>
            <a:ext cx="82296" cy="82296"/>
          </a:xfrm>
          <a:prstGeom prst="rect">
            <a:avLst/>
          </a:prstGeom>
          <a:solidFill>
            <a:srgbClr val="3FB3B0"/>
          </a:solidFill>
          <a:ln w="12700">
            <a:solidFill>
              <a:srgbClr val="3FB3B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36667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57200" y="394106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for every model call. Traces are the training set, evals gate the student model.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514600" y="3749040"/>
            <a:ext cx="82296" cy="82296"/>
          </a:xfrm>
          <a:prstGeom prst="rect">
            <a:avLst/>
          </a:prstGeom>
          <a:solidFill>
            <a:srgbClr val="6E9CF0"/>
          </a:solidFill>
          <a:ln w="12700">
            <a:solidFill>
              <a:srgbClr val="6E9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0048" y="36667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Gemma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514600" y="394106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31B is the analyst today. Gemma 4 E4B is the student to distill into.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72000" y="3749040"/>
            <a:ext cx="82296" cy="82296"/>
          </a:xfrm>
          <a:prstGeom prst="rect">
            <a:avLst/>
          </a:prstGeom>
          <a:solidFill>
            <a:srgbClr val="E89A4A"/>
          </a:solidFill>
          <a:ln w="12700">
            <a:solidFill>
              <a:srgbClr val="E89A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27448" y="36667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Lambda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572000" y="394106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reviewer model (Gemma 3 12B on a GH200) that verifies every diagnosis. Fine-tune next.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629400" y="3749040"/>
            <a:ext cx="82296" cy="82296"/>
          </a:xfrm>
          <a:prstGeom prst="rect">
            <a:avLst/>
          </a:prstGeom>
          <a:solidFill>
            <a:srgbClr val="9A8CF0"/>
          </a:solidFill>
          <a:ln w="12700">
            <a:solidFill>
              <a:srgbClr val="9A8C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84848" y="36667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Nango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629400" y="394106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Slack tools with auth handled. The agent files the ticket.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Unitree G1 · MuJoCo fixed-line ascent · github.com/abhijitbetigeri/robot-incident-analyst · incident_loop.py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2026-09-13T00:45:50Z</dcterms:created>
  <dcterms:modified xsi:type="dcterms:W3CDTF">2026-09-13T00:45:50Z</dcterms:modified>
</cp:coreProperties>
</file>