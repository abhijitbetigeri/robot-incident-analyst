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C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F5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Robotic Simulation Incident Analysis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F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failed robot run gets a root cause, a fix, and a ticket. Then it re-runs to prove the fix held. One command, 13 seconds.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0" y="292608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E89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0% → 100%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0" y="603504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F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ascent success, before → after fix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400800" y="859536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E89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 s · $0.0003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0" y="1170432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F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diagnosis, Gemma 4 31B via Respan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57200" y="1600200"/>
            <a:ext cx="1874520" cy="1554480"/>
          </a:xfrm>
          <a:prstGeom prst="rect">
            <a:avLst/>
          </a:prstGeom>
          <a:solidFill>
            <a:srgbClr val="1E2A38"/>
          </a:solidFill>
          <a:ln w="12700">
            <a:solidFill>
              <a:srgbClr val="1E2A3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600200"/>
            <a:ext cx="64008" cy="1554480"/>
          </a:xfrm>
          <a:prstGeom prst="rect">
            <a:avLst/>
          </a:prstGeom>
          <a:solidFill>
            <a:srgbClr val="6E9CF0"/>
          </a:solidFill>
          <a:ln w="12700">
            <a:solidFill>
              <a:srgbClr val="6E9C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764792"/>
            <a:ext cx="310896" cy="310896"/>
          </a:xfrm>
          <a:prstGeom prst="ellipse">
            <a:avLst/>
          </a:prstGeom>
          <a:solidFill>
            <a:srgbClr val="6E9CF0"/>
          </a:solidFill>
          <a:ln w="12700">
            <a:solidFill>
              <a:srgbClr val="6E9C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17647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C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42416" y="175564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F5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Run fails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58368" y="2194560"/>
            <a:ext cx="1508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2F5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G1 climbs the fixed line with balance assist at 0.5. Pelvis height decays from 0.63 m, fall at step 126. Every step logged.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313432" y="2194560"/>
            <a:ext cx="219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FB0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2514600" y="1600200"/>
            <a:ext cx="1874520" cy="1554480"/>
          </a:xfrm>
          <a:prstGeom prst="rect">
            <a:avLst/>
          </a:prstGeom>
          <a:solidFill>
            <a:srgbClr val="1E2A38"/>
          </a:solidFill>
          <a:ln w="12700">
            <a:solidFill>
              <a:srgbClr val="1E2A3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14600" y="1600200"/>
            <a:ext cx="64008" cy="1554480"/>
          </a:xfrm>
          <a:prstGeom prst="rect">
            <a:avLst/>
          </a:prstGeom>
          <a:solidFill>
            <a:srgbClr val="3FB3B0"/>
          </a:solidFill>
          <a:ln w="12700">
            <a:solidFill>
              <a:srgbClr val="3FB3B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15768" y="1764792"/>
            <a:ext cx="310896" cy="310896"/>
          </a:xfrm>
          <a:prstGeom prst="ellipse">
            <a:avLst/>
          </a:prstGeom>
          <a:solidFill>
            <a:srgbClr val="3FB3B0"/>
          </a:solidFill>
          <a:ln w="12700">
            <a:solidFill>
              <a:srgbClr val="3FB3B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15768" y="17647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C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099816" y="175564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F5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Diagnose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715768" y="2194560"/>
            <a:ext cx="1508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2F5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 and tunables go to Gemma 4 31B through the Respan gateway. Back comes root cause, evidence, and a fix as JSON.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370832" y="2194560"/>
            <a:ext cx="219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FB0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4572000" y="1600200"/>
            <a:ext cx="1874520" cy="1554480"/>
          </a:xfrm>
          <a:prstGeom prst="rect">
            <a:avLst/>
          </a:prstGeom>
          <a:solidFill>
            <a:srgbClr val="1E2A38"/>
          </a:solidFill>
          <a:ln w="12700">
            <a:solidFill>
              <a:srgbClr val="1E2A3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0" y="1600200"/>
            <a:ext cx="64008" cy="1554480"/>
          </a:xfrm>
          <a:prstGeom prst="rect">
            <a:avLst/>
          </a:prstGeom>
          <a:solidFill>
            <a:srgbClr val="E89A4A"/>
          </a:solidFill>
          <a:ln w="12700">
            <a:solidFill>
              <a:srgbClr val="E89A4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73168" y="1764792"/>
            <a:ext cx="310896" cy="310896"/>
          </a:xfrm>
          <a:prstGeom prst="ellipse">
            <a:avLst/>
          </a:prstGeom>
          <a:solidFill>
            <a:srgbClr val="E89A4A"/>
          </a:solidFill>
          <a:ln w="12700">
            <a:solidFill>
              <a:srgbClr val="E89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73168" y="17647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C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157216" y="175564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F5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Fix and re-run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773168" y="2194560"/>
            <a:ext cx="1508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2F5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 0.5 → 1.0 on the live environment, same seed. Robot reaches 1.53 m. Success, not a guess.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428232" y="2194560"/>
            <a:ext cx="219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FB0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6629400" y="1600200"/>
            <a:ext cx="1874520" cy="1554480"/>
          </a:xfrm>
          <a:prstGeom prst="rect">
            <a:avLst/>
          </a:prstGeom>
          <a:solidFill>
            <a:srgbClr val="1E2A38"/>
          </a:solidFill>
          <a:ln w="12700">
            <a:solidFill>
              <a:srgbClr val="1E2A3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629400" y="1600200"/>
            <a:ext cx="64008" cy="1554480"/>
          </a:xfrm>
          <a:prstGeom prst="rect">
            <a:avLst/>
          </a:prstGeom>
          <a:solidFill>
            <a:srgbClr val="9A8CF0"/>
          </a:solidFill>
          <a:ln w="12700">
            <a:solidFill>
              <a:srgbClr val="9A8C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830568" y="1764792"/>
            <a:ext cx="310896" cy="310896"/>
          </a:xfrm>
          <a:prstGeom prst="ellipse">
            <a:avLst/>
          </a:prstGeom>
          <a:solidFill>
            <a:srgbClr val="9A8CF0"/>
          </a:solidFill>
          <a:ln w="12700">
            <a:solidFill>
              <a:srgbClr val="9A8C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30568" y="17647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C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214616" y="175564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F5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File the issue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830568" y="2194560"/>
            <a:ext cx="1508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2F5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issue through Nango: cause, evidence, before/after table, model and cost. Slack alert optional.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57200" y="34290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F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EACH SPONSOR IS USED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57200" y="3749040"/>
            <a:ext cx="82296" cy="82296"/>
          </a:xfrm>
          <a:prstGeom prst="rect">
            <a:avLst/>
          </a:prstGeom>
          <a:solidFill>
            <a:srgbClr val="3FB3B0"/>
          </a:solidFill>
          <a:ln w="12700">
            <a:solidFill>
              <a:srgbClr val="3FB3B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2648" y="3666744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2F5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Respan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457200" y="3941064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F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for every model call. Traces are the training set, evals gate the student model.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2514600" y="3749040"/>
            <a:ext cx="82296" cy="82296"/>
          </a:xfrm>
          <a:prstGeom prst="rect">
            <a:avLst/>
          </a:prstGeom>
          <a:solidFill>
            <a:srgbClr val="6E9CF0"/>
          </a:solidFill>
          <a:ln w="12700">
            <a:solidFill>
              <a:srgbClr val="6E9C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670048" y="3666744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2F5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Gemma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2514600" y="3941064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F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Gemma 4 31B is the analyst today. Gemma 4 E4B is the student to distill into.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572000" y="3749040"/>
            <a:ext cx="82296" cy="82296"/>
          </a:xfrm>
          <a:prstGeom prst="rect">
            <a:avLst/>
          </a:prstGeom>
          <a:solidFill>
            <a:srgbClr val="E89A4A"/>
          </a:solidFill>
          <a:ln w="12700">
            <a:solidFill>
              <a:srgbClr val="E89A4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27448" y="3666744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2F5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Lambda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4572000" y="3941064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F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the E4B student on the Respan traces, serve it with vLLM. Next step.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629400" y="3749040"/>
            <a:ext cx="82296" cy="82296"/>
          </a:xfrm>
          <a:prstGeom prst="rect">
            <a:avLst/>
          </a:prstGeom>
          <a:solidFill>
            <a:srgbClr val="9A8CF0"/>
          </a:solidFill>
          <a:ln w="12700">
            <a:solidFill>
              <a:srgbClr val="9A8C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784848" y="3666744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2F5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Nango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6629400" y="3941064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F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and Slack tools with auth handled. The agent files the ticket.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Unitree G1 · MuJoCo fixed-line ascent · github.com/abhijitbetigeri/robot-incident-analyst · incident_loop.py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2026-09-12T23:11:11Z</dcterms:created>
  <dcterms:modified xsi:type="dcterms:W3CDTF">2026-09-12T23:11:11Z</dcterms:modified>
</cp:coreProperties>
</file>